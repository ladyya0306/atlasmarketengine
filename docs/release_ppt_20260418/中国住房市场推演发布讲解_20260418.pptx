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5304C"/>
          </a:solidFill>
          <a:ln w="12700">
            <a:solidFill>
              <a:srgbClr val="1530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中国住房市场推演发布讲解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版本：2026-04-18 · 对外口径统一使用“回合（虚拟市场周期）”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资料来源：发布说明、总控文档、主结果数据库与 smoke_report。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当前可以发布的，不是一套空想框架，而是一套已经跑通的可复现市场推演系统。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566928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固定供给底座下，市场能自然跑起来，不靠人工强推才能成交。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系统已经区分“假热”和“真竞争”，不会再把曝光误当抢房。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用户可以从固定供应盘出发，设置需求倍率和自动冲击，并在回合末决定是否补供。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发布前核心对照测试 G0 / G1 / G2 / G3 / G4 已全部完成。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20840" y="1691640"/>
            <a:ext cx="4663440" cy="1737360"/>
          </a:xfrm>
          <a:prstGeom prst="roundRect">
            <a:avLst>
              <a:gd name="adj" fmla="val 4211"/>
            </a:avLst>
          </a:prstGeom>
          <a:solidFill>
            <a:srgbClr val="EEF4FF"/>
          </a:solidFill>
          <a:ln w="12700">
            <a:solidFill>
              <a:srgbClr val="A9C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85432" y="1819656"/>
            <a:ext cx="43342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主证据入口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发布说明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通俗版收口摘要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发布证据包索引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主结果数据库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20840" y="37033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6FBF8"/>
          </a:solidFill>
          <a:ln w="12700">
            <a:solidFill>
              <a:srgbClr val="B7D8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5432" y="3831336"/>
            <a:ext cx="43342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发布口径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 = 虚拟市场周期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不直接等于现实自然月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5304C"/>
          </a:solidFill>
          <a:ln w="12700">
            <a:solidFill>
              <a:srgbClr val="1530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用户怎么用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当前对外入口已经统一：先固定供给，再设需求倍率，再决定是否加入自动冲击。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资料来源：发布说明、总控文档、主结果数据库与 smoke_report。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推荐操作顺序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49047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399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选固定供应盘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6276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梭子型 / 金字塔型，且都提供最小、中、大样本。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331720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40487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3134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设需求倍率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420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 0.10x - 2.00x，系统自动保证买家画像不消失、供应桶仍有买家覆盖。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246120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331927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2278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决定自动冲击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4564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收入冲击 / 增供 / 减供，按回合预排。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423367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1422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推进回合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3708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看回合摘要、热点、缺口和 checkpoint。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5074920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514807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5056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回合末干预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52852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当市场变薄时，玩家可选定向增供、自动补供、全量补充、减供、强制挂牌。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146304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FFF8ED"/>
          </a:solidFill>
          <a:ln w="12700">
            <a:solidFill>
              <a:srgbClr val="E2C2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1591056"/>
            <a:ext cx="44714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结果文件怎么找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CLI 和日志都会打印当前数据库位置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smoke_report.md 先看是否跑完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monthly_checkpoints 复查每个回合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583680" y="3703320"/>
            <a:ext cx="4800600" cy="1645920"/>
          </a:xfrm>
          <a:prstGeom prst="roundRect">
            <a:avLst>
              <a:gd name="adj" fmla="val 4444"/>
            </a:avLst>
          </a:prstGeom>
          <a:solidFill>
            <a:srgbClr val="F6FBF8"/>
          </a:solidFill>
          <a:ln w="12700">
            <a:solidFill>
              <a:srgbClr val="B7D8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3831336"/>
            <a:ext cx="44714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两类固定供应盘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梭子型：更适合看热点集中和中段变薄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金字塔型：更适合看入门层更厚时的后半段承接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5304C"/>
          </a:solidFill>
          <a:ln w="12700">
            <a:solidFill>
              <a:srgbClr val="1530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发布前核心对照测试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技术对照测试已经够用，当前阶段不再继续扩线。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资料来源：发布说明、总控文档、主结果数据库与 smoke_report。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10835640" cy="448056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6263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组别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关键结果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G0 基准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无预设干预下能否自然跑完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回合完整跑通；自然基准与轻量干预样本都成立。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G1 样本量桥接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缩到中样本会不会跑坏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spindle_medium 跑通，主机制仍成立。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G2 供给结构敏感性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换成金字塔型后是否仍成立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pyramid_medium 跑通，后半段比梭子型更稳。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G3 需求压力方向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偏买方 / 偏卖方是否按预期偏转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buyer_market 更从容；seller_market 更拥挤、更贴近挂牌价。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G4 轻量韧性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加轻量冲击后是否仍可解释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收入冲击、增供、减供都成功落盘，系统未崩。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68680" y="571500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EEF4FF"/>
          </a:solidFill>
          <a:ln w="12700">
            <a:solidFill>
              <a:srgbClr val="A9C3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5843016"/>
            <a:ext cx="9912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发布判断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现在剩下的重点，不再是继续扩测试，而是把操作手册、PPT、证据包和演示口径收好。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5304C"/>
          </a:solidFill>
          <a:ln w="12700">
            <a:solidFill>
              <a:srgbClr val="1530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seller_market 更偏卖方，但平均总成交价没有更高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这不是机制失效，而是局部竞价抬价与成交结构下沉同时发生。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资料来源：发布说明、总控文档、主结果数据库与 smoke_report。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64008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第一层：多人竞价和拍卖式分流确实更强。Outbid 落败总数 89，自然基准只有 41。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第二层：多人争抢并最终成交的房源，成交价 / 挂牌价均值 1.0209，自然基准只有 0.9957。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第三层：seller_market 多卖掉了更多低总价主流盘，入门盘成交占比从 14.7% 升到 32.3%。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所以卖方强势是真实存在的，但平均总成交价被成交结构明显稀释。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325880"/>
          <a:ext cx="4160520" cy="292608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1188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seller_market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自然基准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总成交套数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Outbid 落败总数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多人争抢成交房源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多人争抢房源 成交价/挂牌价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1.0209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0.9957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整条样本 成交价/挂牌价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0.9960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0.9820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69480" y="457200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FF8ED"/>
          </a:solidFill>
          <a:ln w="12700">
            <a:solidFill>
              <a:srgbClr val="E2C2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34072" y="4700016"/>
            <a:ext cx="3968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发布解释建议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卖方市场不等于所有房子一起涨。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更真实的表现是：热点房更抢、更接近挂牌价，但整体又卖掉了更多低总价主流盘。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5304C"/>
          </a:solidFill>
          <a:ln w="12700">
            <a:solidFill>
              <a:srgbClr val="1530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seller_market 竞价样例房源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这些房子不是猜出来的，全部来自 seller_market 主数据库。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资料来源：发布说明、总控文档、主结果数据库与 smoke_report。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201400" cy="36576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2834640"/>
                <a:gridCol w="914400"/>
                <a:gridCol w="1554480"/>
                <a:gridCol w="1554480"/>
                <a:gridCol w="1234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房源ID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区位/类型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参与人数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挂牌价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成交价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成交价/挂牌价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A区 学区 改善大户型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4,093,096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4,324,265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1.0565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A区 非学区 普通住宅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4,093,096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4,321,500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1.0558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A区 非学区 刚需小户型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2,172,593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2,838,493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1.3065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A区 非学区 改善大户型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5,080,033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5,716,476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1.1253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B区 学区 豪宅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1,580,306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1,700,000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1.0757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074920"/>
            <a:ext cx="109728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A9C3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5202936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数据库位置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results/release_longtest/release_longtest_20260418_170045_spindle_large_m6_d1p3_s606/runtime_run/simulation.db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5650992"/>
            <a:ext cx="10972800" cy="438912"/>
          </a:xfrm>
          <a:prstGeom prst="roundRect">
            <a:avLst>
              <a:gd name="adj" fmla="val 16667"/>
            </a:avLst>
          </a:prstGeom>
          <a:solidFill>
            <a:srgbClr val="F6FBF8"/>
          </a:solidFill>
          <a:ln w="12700">
            <a:solidFill>
              <a:srgbClr val="B7D8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5779008"/>
            <a:ext cx="10643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主要取证表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property_buyer_matches / transactions / properties_static / profiled_market_property_buckets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5304C"/>
          </a:solidFill>
          <a:ln w="12700">
            <a:solidFill>
              <a:srgbClr val="1530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当前发布交付物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技术验证已经基本收完，当前进入交付材料阶段。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资料来源：发布说明、总控文档、主结果数据库与 smoke_report。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356616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6126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通俗版收口摘要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给外行先看结论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docs/中国住房市场推演发布收口摘要_20260418_通俗版.md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讲清系统是什么、边界是什么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docs/发布说明_20260418.md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证据包索引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告诉别人该看哪条证据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docs/发布证据包索引_20260418.md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操作手册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告诉用户怎么跑、怎么选、怎么看结果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docs/发布操作手册_20260418.md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卖方市场证据附录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解释 seller_market 均价问题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docs/卖方市场局部竞价证据_20260418.md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498348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FFF8ED"/>
          </a:solidFill>
          <a:ln w="12700">
            <a:solidFill>
              <a:srgbClr val="E2C2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5111496"/>
            <a:ext cx="10003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下一步建议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演示前按操作手册走一次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 PPT 做统一口径介绍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遇到 seller_market 质疑时，直接翻附录表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5304C"/>
          </a:solidFill>
          <a:ln w="12700">
            <a:solidFill>
              <a:srgbClr val="1530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一句话收口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当前版本已经具备发布条件。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资料来源：发布说明、总控文档、主结果数据库与 smoke_report。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这套系统现在已经不是“只能做实验的人才会用”的研究原型，而是：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96926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能自然跑起来的固定供给市场推演系统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能区分假热和真竞争的交易机制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能把长期需求和本回合有效需求拆开处理的激活链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能让玩家在回合末看到缺口并决定是否补供的可干预版本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有完整对照测试、操作手册、发布说明和证据包的可发布版本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" y="5486400"/>
            <a:ext cx="9509760" cy="640080"/>
          </a:xfrm>
          <a:prstGeom prst="roundRect">
            <a:avLst>
              <a:gd name="adj" fmla="val 11429"/>
            </a:avLst>
          </a:prstGeom>
          <a:solidFill>
            <a:srgbClr val="EEF4FF"/>
          </a:solidFill>
          <a:ln w="12700">
            <a:solidFill>
              <a:srgbClr val="A9C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5614416"/>
            <a:ext cx="9180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推荐对外顺序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通俗结论 → 发布说明 → PPT → 证据索引 → 主结果数据库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visual_real_estate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中国住房市场推演发布讲解</dc:title>
  <dc:subject>中国住房市场推演发布说明</dc:subject>
  <dc:creator>OpenAI Codex</dc:creator>
  <cp:lastModifiedBy>OpenAI Codex</cp:lastModifiedBy>
  <cp:revision>1</cp:revision>
  <dcterms:created xsi:type="dcterms:W3CDTF">2026-04-18T14:24:21Z</dcterms:created>
  <dcterms:modified xsi:type="dcterms:W3CDTF">2026-04-18T14:24:21Z</dcterms:modified>
</cp:coreProperties>
</file>